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Petroquímico: ML, Otimização e Decisão</dc:title>
  <dc:subject>Apresentação do projeto FIAP</dc:subject>
  <dc:creator>Equipe Predictfy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